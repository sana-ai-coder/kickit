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64" r:id="rId5"/>
    <p:sldId id="260" r:id="rId6"/>
    <p:sldId id="261" r:id="rId7"/>
    <p:sldId id="262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329284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Apt Bin- Smart Garbage Management System using IoT.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784700" y="2930773"/>
            <a:ext cx="9753300" cy="35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man Old Style"/>
              <a:buNone/>
            </a:pPr>
            <a:r>
              <a:rPr lang="en-US" sz="2000" b="1" i="1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man Old Style"/>
              <a:buNone/>
            </a:pPr>
            <a:r>
              <a:rPr lang="en-US" sz="2000" b="1" i="1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By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man Old Style"/>
              <a:buNone/>
            </a:pPr>
            <a:r>
              <a:rPr lang="en-US" sz="2000" b="1" i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Vratesh Ghadge</a:t>
            </a:r>
            <a:r>
              <a:rPr lang="en-US" sz="2000" b="1" i="1" u="none" strike="noStrike" cap="none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US" sz="2000" b="1" i="1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		</a:t>
            </a:r>
            <a:r>
              <a:rPr lang="en-US" sz="2000" b="1" i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12212012</a:t>
            </a:r>
            <a:endParaRPr lang="en-US" sz="1800">
              <a:solidFill>
                <a:schemeClr val="dk1"/>
              </a:solidFill>
              <a:latin typeface="Calibri"/>
              <a:ea typeface="Bookman Old Style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man Old Style"/>
              <a:buNone/>
            </a:pPr>
            <a:r>
              <a:rPr lang="en-US" sz="2000" b="1" i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Om Ghag</a:t>
            </a:r>
            <a:r>
              <a:rPr lang="en-US" sz="2000" b="1" i="1" u="none" strike="noStrike" cap="none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 </a:t>
            </a:r>
            <a:r>
              <a:rPr lang="en-US" sz="2000" b="1" i="1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			</a:t>
            </a:r>
            <a:r>
              <a:rPr lang="en-US" sz="2000" b="1" i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12212039</a:t>
            </a:r>
            <a:endParaRPr lang="en-US">
              <a:ea typeface="Bookman Old Styl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man Old Style"/>
              <a:buNone/>
            </a:pPr>
            <a:r>
              <a:rPr lang="en-US" sz="2000" b="1" i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Sana Girish</a:t>
            </a:r>
            <a:r>
              <a:rPr lang="en-US" sz="2000" b="1" i="1" u="none" strike="noStrike" cap="none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 </a:t>
            </a:r>
            <a:r>
              <a:rPr lang="en-US" sz="2000" b="1" i="1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			</a:t>
            </a:r>
            <a:r>
              <a:rPr lang="en-US" sz="2000" b="1" i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12242001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 b="1" i="1" u="none" strike="noStrike" cap="non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 b="1" i="1" u="none" strike="noStrike" cap="non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man Old Style"/>
              <a:buNone/>
            </a:pPr>
            <a:r>
              <a:rPr lang="en-US" sz="2000" b="1" i="1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Guided by: </a:t>
            </a:r>
            <a:r>
              <a:rPr lang="en-US" sz="2000" b="1" i="1" u="none" strike="noStrike" cap="none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Ms. Radhika Patil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man Old Style"/>
              <a:buNone/>
            </a:pPr>
            <a:r>
              <a:rPr lang="en-US" sz="2400" b="1" i="1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endParaRPr sz="24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2724347" y="515979"/>
            <a:ext cx="7588577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ookman Old Style"/>
              <a:buNone/>
            </a:pPr>
            <a:r>
              <a:rPr lang="en-US" sz="2800" b="1" i="1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New Horizon Institute of Technology and Management, Thane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1" i="1" u="none" strike="noStrike" cap="non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1" u="none" strike="noStrike" cap="non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86" name="Google Shape;86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1581" y="239608"/>
            <a:ext cx="2346223" cy="166199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2835472" y="1831537"/>
            <a:ext cx="7893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man Old Style"/>
              <a:buNone/>
            </a:pPr>
            <a:r>
              <a:rPr lang="en-US" sz="2400" b="1" i="1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Department of Computer Engineering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727788" y="2487831"/>
            <a:ext cx="10524930" cy="7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Bookman Old Style"/>
              <a:buNone/>
            </a:pPr>
            <a:endParaRPr sz="2700" b="1" i="1" u="none" strike="noStrike" cap="non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Bookman Old Style"/>
              <a:buNone/>
            </a:pPr>
            <a:r>
              <a:rPr lang="en-US" sz="2700" b="1" i="1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Kick it</a:t>
            </a:r>
            <a:endParaRPr sz="2700" b="1" i="1" u="none" strike="noStrike" cap="non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/>
        </p:nvSpPr>
        <p:spPr>
          <a:xfrm>
            <a:off x="2410800" y="232440"/>
            <a:ext cx="6830700" cy="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ookman Old Style"/>
              <a:buNone/>
            </a:pPr>
            <a:r>
              <a:rPr lang="en-US" sz="2800" b="1" i="1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Problem Statement and Objectives</a:t>
            </a:r>
            <a:endParaRPr sz="2800" b="1" i="1" u="none" strike="noStrike" cap="non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346900" y="1058884"/>
            <a:ext cx="1121539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226141" y="1220066"/>
            <a:ext cx="11454582" cy="1316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chemeClr val="dk1"/>
              </a:buClr>
              <a:buSzPts val="2400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Problem statement 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: 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 football game involves two teams competing in a match to score the highest number of points within a specified time frame. Each team has unique strengths and weaknesses, influencing their performance 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throughout </a:t>
            </a:r>
            <a:r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game</a:t>
            </a:r>
            <a:r>
              <a:rPr lang="en-US" sz="1800" b="0" i="0" u="none" strike="noStrike" cap="none" smtClean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</a:t>
            </a:r>
          </a:p>
          <a:p>
            <a:pPr lvl="0">
              <a:buClr>
                <a:schemeClr val="dk1"/>
              </a:buClr>
              <a:buSzPts val="2400"/>
            </a:pPr>
            <a:endParaRPr sz="1800" b="0" i="0" u="none" strike="noStrike" cap="none" smtClean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 smtClean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Objectives</a:t>
            </a:r>
            <a:r>
              <a:rPr lang="en-US" sz="1800" b="0" i="0" u="none" strike="noStrike" cap="none" smtClean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: 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  <a:endParaRPr lang="en-US" sz="18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Game 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Strategy </a:t>
            </a:r>
            <a:r>
              <a:rPr lang="en-US" sz="1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Scoring Optimization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Fan Engagement</a:t>
            </a:r>
            <a:endParaRPr lang="en-US" sz="18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Post-Game Review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6464075" y="6374550"/>
            <a:ext cx="57300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Kick it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/>
        </p:nvSpPr>
        <p:spPr>
          <a:xfrm>
            <a:off x="1778018" y="0"/>
            <a:ext cx="8239500" cy="8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2743200" marR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ookman Old Style"/>
              <a:buNone/>
            </a:pPr>
            <a:r>
              <a:rPr lang="en-US" sz="2800" b="1" i="1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Workflow </a:t>
            </a:r>
            <a:endParaRPr sz="2800" b="1" i="1" u="none" strike="noStrike" cap="non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5479250" y="6414325"/>
            <a:ext cx="6625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Bookman Old Style"/>
              <a:buNone/>
            </a:pPr>
            <a:r>
              <a:rPr lang="en-US" sz="1600" b="0" i="1" u="none" strike="noStrike" cap="none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Kick it</a:t>
            </a:r>
            <a:endParaRPr sz="16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70020" y="865799"/>
            <a:ext cx="795119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/>
          </a:p>
          <a:p>
            <a:r>
              <a:rPr lang="en-IN" smtClean="0"/>
              <a:t>  </a:t>
            </a:r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5281058" y="834744"/>
            <a:ext cx="1472665" cy="6545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Start</a:t>
            </a:r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2391876" y="2821908"/>
            <a:ext cx="1472665" cy="6545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Pre game preparation</a:t>
            </a:r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2391876" y="1860776"/>
            <a:ext cx="1472665" cy="6545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Tactical planning</a:t>
            </a:r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2391876" y="3830329"/>
            <a:ext cx="1472665" cy="6545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Review and adjust</a:t>
            </a:r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5281058" y="2814355"/>
            <a:ext cx="1472665" cy="6545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In game management</a:t>
            </a:r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8657821" y="1860777"/>
            <a:ext cx="1472665" cy="6545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Tactical adjustment</a:t>
            </a:r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5281059" y="1842260"/>
            <a:ext cx="1472665" cy="6545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Warm up</a:t>
            </a:r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8630288" y="3830328"/>
            <a:ext cx="1472665" cy="6545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Game play</a:t>
            </a:r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8630289" y="2821909"/>
            <a:ext cx="1472665" cy="6545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Kick off</a:t>
            </a:r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5290684" y="3801182"/>
            <a:ext cx="1472665" cy="6545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Halftime Break</a:t>
            </a:r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5300310" y="4825096"/>
            <a:ext cx="1472665" cy="6545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Second half</a:t>
            </a:r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5290684" y="5860050"/>
            <a:ext cx="1472665" cy="6545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End of game</a:t>
            </a:r>
            <a:endParaRPr lang="en-IN"/>
          </a:p>
        </p:txBody>
      </p:sp>
      <p:cxnSp>
        <p:nvCxnSpPr>
          <p:cNvPr id="5" name="Straight Arrow Connector 4"/>
          <p:cNvCxnSpPr>
            <a:stCxn id="3" idx="2"/>
            <a:endCxn id="12" idx="0"/>
          </p:cNvCxnSpPr>
          <p:nvPr/>
        </p:nvCxnSpPr>
        <p:spPr>
          <a:xfrm>
            <a:off x="6017391" y="1489261"/>
            <a:ext cx="1" cy="352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0" idx="2"/>
            <a:endCxn id="15" idx="0"/>
          </p:cNvCxnSpPr>
          <p:nvPr/>
        </p:nvCxnSpPr>
        <p:spPr>
          <a:xfrm>
            <a:off x="6017391" y="3468872"/>
            <a:ext cx="9626" cy="332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2" idx="2"/>
            <a:endCxn id="10" idx="0"/>
          </p:cNvCxnSpPr>
          <p:nvPr/>
        </p:nvCxnSpPr>
        <p:spPr>
          <a:xfrm flipH="1">
            <a:off x="6017391" y="2496777"/>
            <a:ext cx="1" cy="3175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5" idx="2"/>
            <a:endCxn id="16" idx="0"/>
          </p:cNvCxnSpPr>
          <p:nvPr/>
        </p:nvCxnSpPr>
        <p:spPr>
          <a:xfrm>
            <a:off x="6027017" y="4455699"/>
            <a:ext cx="9626" cy="3693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6" idx="2"/>
            <a:endCxn id="16" idx="2"/>
          </p:cNvCxnSpPr>
          <p:nvPr/>
        </p:nvCxnSpPr>
        <p:spPr>
          <a:xfrm>
            <a:off x="6036643" y="5479613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12" idx="3"/>
            <a:endCxn id="11" idx="1"/>
          </p:cNvCxnSpPr>
          <p:nvPr/>
        </p:nvCxnSpPr>
        <p:spPr>
          <a:xfrm>
            <a:off x="6753724" y="2169519"/>
            <a:ext cx="1904097" cy="18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0" idx="3"/>
            <a:endCxn id="14" idx="1"/>
          </p:cNvCxnSpPr>
          <p:nvPr/>
        </p:nvCxnSpPr>
        <p:spPr>
          <a:xfrm>
            <a:off x="6753723" y="3141614"/>
            <a:ext cx="1876566" cy="75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15" idx="3"/>
            <a:endCxn id="13" idx="1"/>
          </p:cNvCxnSpPr>
          <p:nvPr/>
        </p:nvCxnSpPr>
        <p:spPr>
          <a:xfrm>
            <a:off x="6763349" y="4128441"/>
            <a:ext cx="1866939" cy="291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12" idx="1"/>
            <a:endCxn id="8" idx="3"/>
          </p:cNvCxnSpPr>
          <p:nvPr/>
        </p:nvCxnSpPr>
        <p:spPr>
          <a:xfrm flipH="1">
            <a:off x="3864541" y="2169519"/>
            <a:ext cx="1416518" cy="185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10" idx="1"/>
            <a:endCxn id="7" idx="3"/>
          </p:cNvCxnSpPr>
          <p:nvPr/>
        </p:nvCxnSpPr>
        <p:spPr>
          <a:xfrm flipH="1">
            <a:off x="3864541" y="3141614"/>
            <a:ext cx="1416517" cy="75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15" idx="1"/>
            <a:endCxn id="9" idx="3"/>
          </p:cNvCxnSpPr>
          <p:nvPr/>
        </p:nvCxnSpPr>
        <p:spPr>
          <a:xfrm flipH="1">
            <a:off x="3864541" y="4128441"/>
            <a:ext cx="1426143" cy="291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16" idx="2"/>
            <a:endCxn id="17" idx="0"/>
          </p:cNvCxnSpPr>
          <p:nvPr/>
        </p:nvCxnSpPr>
        <p:spPr>
          <a:xfrm flipH="1">
            <a:off x="6027017" y="5479613"/>
            <a:ext cx="9626" cy="3804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 txBox="1"/>
          <p:nvPr/>
        </p:nvSpPr>
        <p:spPr>
          <a:xfrm>
            <a:off x="2661325" y="175825"/>
            <a:ext cx="77136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ookman Old Style"/>
              <a:buNone/>
            </a:pPr>
            <a:r>
              <a:rPr lang="en-US" sz="2800" b="1" i="1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Implementation Details</a:t>
            </a:r>
            <a:endParaRPr sz="2800" b="1" i="1" u="none" strike="noStrike" cap="non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5479250" y="6414325"/>
            <a:ext cx="6625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i="1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Meal Mapper   </a:t>
            </a:r>
            <a:endParaRPr sz="16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9" name="Google Shape;119;p4"/>
          <p:cNvGraphicFramePr/>
          <p:nvPr>
            <p:extLst>
              <p:ext uri="{D42A27DB-BD31-4B8C-83A1-F6EECF244321}">
                <p14:modId xmlns:p14="http://schemas.microsoft.com/office/powerpoint/2010/main" val="773942690"/>
              </p:ext>
            </p:extLst>
          </p:nvPr>
        </p:nvGraphicFramePr>
        <p:xfrm>
          <a:off x="1507300" y="1093988"/>
          <a:ext cx="9722275" cy="518421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430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92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3775">
                <a:tc>
                  <a:txBody>
                    <a:bodyPr/>
                    <a:lstStyle/>
                    <a:p>
                      <a:pPr marL="50800" marR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Dates​</a:t>
                      </a:r>
                      <a:endParaRPr sz="24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marR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Implementation​</a:t>
                      </a:r>
                      <a:endParaRPr sz="24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900">
                <a:tc>
                  <a:txBody>
                    <a:bodyPr/>
                    <a:lstStyle/>
                    <a:p>
                      <a:pPr marL="50800" marR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19/07/24 – 31/07/24​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marR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Topic Finalisation </a:t>
                      </a:r>
                      <a:r>
                        <a:rPr lang="en-US" sz="180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– </a:t>
                      </a:r>
                      <a:r>
                        <a:rPr lang="en-US" sz="1800" b="1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“Kick it”</a:t>
                      </a:r>
                      <a:r>
                        <a:rPr lang="en-US" sz="180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topic has been finalised.​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9875">
                <a:tc>
                  <a:txBody>
                    <a:bodyPr/>
                    <a:lstStyle/>
                    <a:p>
                      <a:pPr marL="50800" marR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5/08/24 – 13/08/24​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marR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Discussed the plan of execution starting with requirement analysis.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9875">
                <a:tc>
                  <a:txBody>
                    <a:bodyPr/>
                    <a:lstStyle/>
                    <a:p>
                      <a:pPr marL="50800" marR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11/08/24 – 13/08/24​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marR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Working on implementation.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9875">
                <a:tc>
                  <a:txBody>
                    <a:bodyPr/>
                    <a:lstStyle/>
                    <a:p>
                      <a:pPr marL="50800" marR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21/08/24 – 26/08/24​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marR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Completed with </a:t>
                      </a:r>
                      <a:r>
                        <a:rPr lang="en-US" sz="180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Front</a:t>
                      </a:r>
                      <a:r>
                        <a:rPr lang="en-US" sz="1800" baseline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page (Football grond, players, audience)</a:t>
                      </a:r>
                      <a:r>
                        <a:rPr lang="en-US" sz="180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9875">
                <a:tc>
                  <a:txBody>
                    <a:bodyPr/>
                    <a:lstStyle/>
                    <a:p>
                      <a:pPr marL="50800" marR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​27/08/24 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– 12/08/24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marR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​Working on </a:t>
                      </a:r>
                      <a:r>
                        <a:rPr lang="en-US" sz="180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Backend.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9875">
                <a:tc>
                  <a:txBody>
                    <a:bodyPr/>
                    <a:lstStyle/>
                    <a:p>
                      <a:pPr marL="50800" marR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​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marR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​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9275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ctrTitle"/>
          </p:nvPr>
        </p:nvSpPr>
        <p:spPr>
          <a:xfrm>
            <a:off x="995650" y="398700"/>
            <a:ext cx="10363200" cy="9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2743200" marR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ookman Old Style"/>
              <a:buNone/>
            </a:pPr>
            <a:r>
              <a:rPr lang="en-US" sz="2800" b="1" i="1">
                <a:latin typeface="Bookman Old Style"/>
                <a:ea typeface="Bookman Old Style"/>
                <a:cs typeface="Bookman Old Style"/>
                <a:sym typeface="Bookman Old Style"/>
              </a:rPr>
              <a:t>Result </a:t>
            </a:r>
            <a:r>
              <a:rPr lang="en-US" sz="2800" b="1" i="1" smtClean="0">
                <a:latin typeface="Bookman Old Style"/>
                <a:ea typeface="Bookman Old Style"/>
                <a:cs typeface="Bookman Old Style"/>
                <a:sym typeface="Bookman Old Style"/>
              </a:rPr>
              <a:t>Screenshot</a:t>
            </a:r>
            <a:endParaRPr sz="2800" b="1" i="1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9192000" y="64269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1" u="none" strike="noStrike" cap="none" smtClean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Kick it</a:t>
            </a:r>
            <a:endParaRPr sz="16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455" y="1661652"/>
            <a:ext cx="9199713" cy="45031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>
            <a:spLocks noGrp="1"/>
          </p:cNvSpPr>
          <p:nvPr>
            <p:ph type="ctrTitle"/>
          </p:nvPr>
        </p:nvSpPr>
        <p:spPr>
          <a:xfrm>
            <a:off x="914400" y="284951"/>
            <a:ext cx="10363200" cy="6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2743200" marR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800" b="1" i="1">
                <a:latin typeface="Bookman Old Style"/>
                <a:ea typeface="Bookman Old Style"/>
                <a:cs typeface="Bookman Old Style"/>
                <a:sym typeface="Bookman Old Style"/>
              </a:rPr>
              <a:t>References</a:t>
            </a:r>
            <a:endParaRPr sz="2800" b="1" i="1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3" name="Subtitle 2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55640" y="1535063"/>
            <a:ext cx="1133659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B. J. MacDonald, M. R. Anderson, and J. H. Chen, "Game Design with Unity: A Case Study of a Soccer Game,"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</a:t>
            </a:r>
            <a:r>
              <a:rPr kumimoji="0" lang="en-US" altLang="en-US" sz="18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Proceedings of the 2019 IEEE International Conference on Artificial Intelligence and Virtual Reality (AIVR)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pp. 45-50, 2019.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DOI: 10.1109/AIVR47813.2019.00011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T. G. K. N. Kumar, R. A. K. Arora, and R. Kumar, "Development of an Interactive Soccer Game Using Unity,"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</a:t>
            </a:r>
            <a:r>
              <a:rPr kumimoji="0" lang="en-US" altLang="en-US" sz="18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IEEE Access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vol. 8, pp. 65023-65034, 2020.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DOI: 10.1109/ACCESS.2020.2983440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Bookman Old Style"/>
              <a:buNone/>
            </a:pPr>
            <a:r>
              <a:rPr lang="en-US" i="1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THANK YOU</a:t>
            </a:r>
            <a:endParaRPr i="1">
              <a:solidFill>
                <a:srgbClr val="0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ICINC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301</Words>
  <Application>Microsoft Office PowerPoint</Application>
  <PresentationFormat>Widescreen</PresentationFormat>
  <Paragraphs>64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Bookman Old Style</vt:lpstr>
      <vt:lpstr>Calibri</vt:lpstr>
      <vt:lpstr>Times New Roman</vt:lpstr>
      <vt:lpstr>ICINC</vt:lpstr>
      <vt:lpstr>PowerPoint Presentation</vt:lpstr>
      <vt:lpstr>PowerPoint Presentation</vt:lpstr>
      <vt:lpstr>PowerPoint Presentation</vt:lpstr>
      <vt:lpstr>PowerPoint Presentation</vt:lpstr>
      <vt:lpstr>Result Screenshot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14</cp:revision>
  <dcterms:modified xsi:type="dcterms:W3CDTF">2024-09-26T07:23:43Z</dcterms:modified>
</cp:coreProperties>
</file>